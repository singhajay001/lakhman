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92000" cy="75600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bone.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ink.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ink.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bone.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9" name="Image 4" descr="/home/user/Lakhman/spirithaus/packaging/assets/dry-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7308000" y="639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1" name="Text 43"/>
          <p:cNvSpPr txBox="1"/>
          <p:nvPr/>
        </p:nvSpPr>
        <p:spPr>
          <a:xfrm>
            <a:off x="7308000" y="6523200"/>
            <a:ext cx="2808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2" name="Text 44"/>
          <p:cNvSpPr txBox="1"/>
          <p:nvPr/>
        </p:nvSpPr>
        <p:spPr>
          <a:xfrm>
            <a:off x="8028000" y="6840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962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703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7160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45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9" name="Image 4" descr="/home/user/Lakhman/spirithaus/packaging/assets/dry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7308000" y="639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1" name="Text 43"/>
          <p:cNvSpPr txBox="1"/>
          <p:nvPr/>
        </p:nvSpPr>
        <p:spPr>
          <a:xfrm>
            <a:off x="7308000" y="6523200"/>
            <a:ext cx="2808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2" name="Text 44"/>
          <p:cNvSpPr txBox="1"/>
          <p:nvPr/>
        </p:nvSpPr>
        <p:spPr>
          <a:xfrm>
            <a:off x="8028000" y="6840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962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703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7160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2026-09-15T06:02:02Z</dcterms:created>
  <dcterms:modified xsi:type="dcterms:W3CDTF">2026-09-15T06:02:02Z</dcterms:modified>
</cp:coreProperties>
</file>