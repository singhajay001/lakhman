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bone variant. 210 x 297mm.
Every band, rule and line of copy is editable. The wordmark, handling icons and U
mark are placed images. Replace [STREET ADDRESS] / [POSTCODE] / [PHONE] / [EMAIL],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ink variant. 210 x 297mm.
Every band, rule and line of copy is editable. The wordmark, handling icons and U
mark are placed images. Replace [STREET ADDRESS] / [POSTCODE] / [PHONE] / [EMAIL],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ink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bone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76000"/>
            <a:ext cx="3560400" cy="36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440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8" name="Image 3" descr="/home/user/Lakhman/spirithaus/packaging/assets/dry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0452 480 487  ·  sales@spirithaus.com.au</a:t>
            </a:r>
            <a:endParaRPr lang="en-US" sz="710" dirty="0"/>
          </a:p>
        </p:txBody>
      </p:sp>
      <p:pic>
        <p:nvPicPr>
          <p:cNvPr id="50" name="Image 4" descr="/home/user/Lakhman/spirithaus/packaging/assets/mark-ink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273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5" name="Text 47"/>
          <p:cNvSpPr txBox="1"/>
          <p:nvPr/>
        </p:nvSpPr>
        <p:spPr>
          <a:xfrm>
            <a:off x="4320000" y="9662400"/>
            <a:ext cx="27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6" name="Text 48"/>
          <p:cNvSpPr txBox="1"/>
          <p:nvPr/>
        </p:nvSpPr>
        <p:spPr>
          <a:xfrm>
            <a:off x="4320000" y="997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101016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1019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3248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76000"/>
            <a:ext cx="3560400" cy="360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44000"/>
            <a:ext cx="39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8" name="Image 3" descr="/home/user/Lakhman/spirithaus/packaging/assets/dry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[STREET ADDRESS]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[POSTCODE]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0452 480 487  ·  sales@spirithaus.com.au</a:t>
            </a:r>
            <a:endParaRPr lang="en-US" sz="710" dirty="0"/>
          </a:p>
        </p:txBody>
      </p:sp>
      <p:pic>
        <p:nvPicPr>
          <p:cNvPr id="50" name="Image 4" descr="/home/user/Lakhman/spirithaus/packaging/assets/mark-white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273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5" name="Text 47"/>
          <p:cNvSpPr txBox="1"/>
          <p:nvPr/>
        </p:nvSpPr>
        <p:spPr>
          <a:xfrm>
            <a:off x="4320000" y="9662400"/>
            <a:ext cx="27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6" name="Text 48"/>
          <p:cNvSpPr txBox="1"/>
          <p:nvPr/>
        </p:nvSpPr>
        <p:spPr>
          <a:xfrm>
            <a:off x="4320000" y="997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101016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1019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3248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2026-09-15T07:25:33Z</dcterms:created>
  <dcterms:modified xsi:type="dcterms:W3CDTF">2026-09-15T07:25:33Z</dcterms:modified>
</cp:coreProperties>
</file>