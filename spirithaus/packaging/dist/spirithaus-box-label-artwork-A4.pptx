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SPIRITHAUS A4 box label — bone variant. 210 x 297mm.
Every band, rule and line of copy is editable. The wordmark, handling icons and U
mark are placed images. Replace [STREET ADDRESS] / [POSTCODE] / [PHONE] / [EMAIL],
and confirm the Liquor Act wording with your licensing advisor before 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SPIRITHAUS A4 box label — ink variant. 210 x 297mm.
Every band, rule and line of copy is editable. The wordmark, handling icons and U
mark are placed images. Replace [STREET ADDRESS] / [POSTCODE] / [PHONE] / [EMAIL],
and confirm the Liquor Act wording with your licensing advisor before 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SPIRITHAUS A4 box artwork — ink variant. 210 x 297mm.
The oversized U bleeds off the top and right edges as a quiet texture. No address
or despatch fields: this is the premium outer face, not the despatch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SPIRITHAUS A4 box artwork — bone variant. 210 x 297mm.
The oversized U bleeds off the top and right edges as a quiet texture. No address
or despatch fields: this is the premium outer face, not the despatch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7560000" cy="1800000"/>
          </a:xfrm>
          <a:prstGeom prst="rect">
            <a:avLst/>
          </a:prstGeom>
          <a:solidFill>
            <a:srgbClr val="11111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user/Lakhman/spirithaus/packaging/assets/word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00" y="576000"/>
            <a:ext cx="3560400" cy="360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4000" y="1044000"/>
            <a:ext cx="39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360" kern="0" dirty="0">
                <a:solidFill>
                  <a:srgbClr val="9D9B9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SPIRITS  ·  WINE  ·  COCKTAILS</a:t>
            </a:r>
            <a:endParaRPr lang="en-US" sz="720" dirty="0"/>
          </a:p>
        </p:txBody>
      </p:sp>
      <p:sp>
        <p:nvSpPr>
          <p:cNvPr id="6" name="Shape 2"/>
          <p:cNvSpPr/>
          <p:nvPr/>
        </p:nvSpPr>
        <p:spPr>
          <a:xfrm>
            <a:off x="5832000" y="540000"/>
            <a:ext cx="1224000" cy="720000"/>
          </a:xfrm>
          <a:prstGeom prst="rect">
            <a:avLst/>
          </a:prstGeom>
          <a:ln w="16510">
            <a:solidFill>
              <a:srgbClr val="67656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832000" y="648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60" kern="0" dirty="0">
                <a:solidFill>
                  <a:srgbClr val="98969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CARTON</a:t>
            </a:r>
            <a:endParaRPr lang="en-US" sz="650" dirty="0"/>
          </a:p>
        </p:txBody>
      </p:sp>
      <p:sp>
        <p:nvSpPr>
          <p:cNvPr id="8" name="Text 4"/>
          <p:cNvSpPr txBox="1"/>
          <p:nvPr/>
        </p:nvSpPr>
        <p:spPr>
          <a:xfrm>
            <a:off x="5832000" y="846000"/>
            <a:ext cx="122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6B6A6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endParaRPr lang="en-US" sz="1980" dirty="0"/>
          </a:p>
        </p:txBody>
      </p:sp>
      <p:sp>
        <p:nvSpPr>
          <p:cNvPr id="9" name="Shape 5"/>
          <p:cNvSpPr/>
          <p:nvPr/>
        </p:nvSpPr>
        <p:spPr>
          <a:xfrm>
            <a:off x="5940000" y="1116000"/>
            <a:ext cx="324000" cy="0"/>
          </a:xfrm>
          <a:prstGeom prst="line">
            <a:avLst/>
          </a:prstGeom>
          <a:noFill/>
          <a:ln w="16510">
            <a:solidFill>
              <a:srgbClr val="82807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8000" y="1116000"/>
            <a:ext cx="324000" cy="0"/>
          </a:xfrm>
          <a:prstGeom prst="line">
            <a:avLst/>
          </a:prstGeom>
          <a:noFill/>
          <a:ln w="16510">
            <a:solidFill>
              <a:srgbClr val="82807D"/>
            </a:solidFill>
            <a:prstDash val="solid"/>
          </a:ln>
        </p:spPr>
      </p:sp>
      <p:pic>
        <p:nvPicPr>
          <p:cNvPr id="11" name="Image 1" descr="/home/user/Lakhman/spirithaus/packaging/assets/fragile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70" y="2070000"/>
            <a:ext cx="183060" cy="3240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80000" y="2102400"/>
            <a:ext cx="15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spc="50" kern="0" dirty="0">
                <a:solidFill>
                  <a:srgbClr val="1111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FRAGILE</a:t>
            </a:r>
            <a:endParaRPr lang="en-US" sz="1130" dirty="0"/>
          </a:p>
        </p:txBody>
      </p:sp>
      <p:sp>
        <p:nvSpPr>
          <p:cNvPr id="13" name="Text 8"/>
          <p:cNvSpPr txBox="1"/>
          <p:nvPr/>
        </p:nvSpPr>
        <p:spPr>
          <a:xfrm>
            <a:off x="1080000" y="2304000"/>
            <a:ext cx="15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spc="8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HANDLE WITH CARE</a:t>
            </a:r>
            <a:endParaRPr lang="en-US" sz="610" dirty="0"/>
          </a:p>
        </p:txBody>
      </p:sp>
      <p:pic>
        <p:nvPicPr>
          <p:cNvPr id="14" name="Image 2" descr="/home/user/Lakhman/spirithaus/packaging/assets/up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494" y="2070000"/>
            <a:ext cx="263412" cy="3240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264000" y="2102400"/>
            <a:ext cx="15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spc="50" kern="0" dirty="0">
                <a:solidFill>
                  <a:srgbClr val="1111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THIS WAY UP</a:t>
            </a:r>
            <a:endParaRPr lang="en-US" sz="1130" dirty="0"/>
          </a:p>
        </p:txBody>
      </p:sp>
      <p:sp>
        <p:nvSpPr>
          <p:cNvPr id="16" name="Text 10"/>
          <p:cNvSpPr txBox="1"/>
          <p:nvPr/>
        </p:nvSpPr>
        <p:spPr>
          <a:xfrm>
            <a:off x="3264000" y="2304000"/>
            <a:ext cx="15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spc="8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DO NOT INVERT</a:t>
            </a:r>
            <a:endParaRPr lang="en-US" sz="610" dirty="0"/>
          </a:p>
        </p:txBody>
      </p:sp>
      <p:sp>
        <p:nvSpPr>
          <p:cNvPr id="17" name="Shape 11"/>
          <p:cNvSpPr/>
          <p:nvPr/>
        </p:nvSpPr>
        <p:spPr>
          <a:xfrm>
            <a:off x="2688000" y="1800000"/>
            <a:ext cx="0" cy="936000"/>
          </a:xfrm>
          <a:prstGeom prst="line">
            <a:avLst/>
          </a:prstGeom>
          <a:noFill/>
          <a:ln w="10160">
            <a:solidFill>
              <a:srgbClr val="C1BEB9"/>
            </a:solidFill>
            <a:prstDash val="solid"/>
          </a:ln>
        </p:spPr>
      </p:sp>
      <p:pic>
        <p:nvPicPr>
          <p:cNvPr id="18" name="Image 3" descr="/home/user/Lakhman/spirithaus/packaging/assets/dry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440" y="2070000"/>
            <a:ext cx="317520" cy="3240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48000" y="2102400"/>
            <a:ext cx="15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spc="50" kern="0" dirty="0">
                <a:solidFill>
                  <a:srgbClr val="1111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DRY</a:t>
            </a:r>
            <a:endParaRPr lang="en-US" sz="1130" dirty="0"/>
          </a:p>
        </p:txBody>
      </p:sp>
      <p:sp>
        <p:nvSpPr>
          <p:cNvPr id="20" name="Text 13"/>
          <p:cNvSpPr txBox="1"/>
          <p:nvPr/>
        </p:nvSpPr>
        <p:spPr>
          <a:xfrm>
            <a:off x="5448000" y="2304000"/>
            <a:ext cx="15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spc="8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UPRIGHT · AWAY FROM HEAT</a:t>
            </a:r>
            <a:endParaRPr lang="en-US" sz="610" dirty="0"/>
          </a:p>
        </p:txBody>
      </p:sp>
      <p:sp>
        <p:nvSpPr>
          <p:cNvPr id="21" name="Shape 14"/>
          <p:cNvSpPr/>
          <p:nvPr/>
        </p:nvSpPr>
        <p:spPr>
          <a:xfrm>
            <a:off x="4872000" y="1800000"/>
            <a:ext cx="0" cy="936000"/>
          </a:xfrm>
          <a:prstGeom prst="line">
            <a:avLst/>
          </a:prstGeom>
          <a:noFill/>
          <a:ln w="10160">
            <a:solidFill>
              <a:srgbClr val="C1BEB9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0" y="2736000"/>
            <a:ext cx="7560000" cy="0"/>
          </a:xfrm>
          <a:prstGeom prst="line">
            <a:avLst/>
          </a:prstGeom>
          <a:noFill/>
          <a:ln w="13970">
            <a:solidFill>
              <a:srgbClr val="C1BEB9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0" y="2736000"/>
            <a:ext cx="7560000" cy="648000"/>
          </a:xfrm>
          <a:prstGeom prst="rect">
            <a:avLst/>
          </a:prstGeom>
          <a:solidFill>
            <a:srgbClr val="CF1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10000" y="2826000"/>
            <a:ext cx="468000" cy="468000"/>
          </a:xfrm>
          <a:prstGeom prst="ellipse">
            <a:avLst/>
          </a:prstGeom>
          <a:ln w="2413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10000" y="2930400"/>
            <a:ext cx="46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2380" dirty="0"/>
          </a:p>
        </p:txBody>
      </p:sp>
      <p:sp>
        <p:nvSpPr>
          <p:cNvPr id="26" name="Text 19"/>
          <p:cNvSpPr txBox="1"/>
          <p:nvPr/>
        </p:nvSpPr>
        <p:spPr>
          <a:xfrm>
            <a:off x="1440000" y="2862000"/>
            <a:ext cx="540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spc="100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CONTAINS ALCOHOL · ID REQUIRED ON DELIVERY</a:t>
            </a:r>
            <a:endParaRPr lang="en-US" sz="1280" dirty="0"/>
          </a:p>
        </p:txBody>
      </p:sp>
      <p:sp>
        <p:nvSpPr>
          <p:cNvPr id="27" name="Text 20"/>
          <p:cNvSpPr txBox="1"/>
          <p:nvPr/>
        </p:nvSpPr>
        <p:spPr>
          <a:xfrm>
            <a:off x="1440000" y="3114000"/>
            <a:ext cx="57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00" kern="0" dirty="0">
                <a:solidFill>
                  <a:srgbClr val="F3C6C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MUST NOT BE LEFT UNATTENDED · DO NOT SUPPLY TO A MINOR OR AN INTOXICATED PERSON</a:t>
            </a:r>
            <a:endParaRPr lang="en-US" sz="680" dirty="0"/>
          </a:p>
        </p:txBody>
      </p:sp>
      <p:sp>
        <p:nvSpPr>
          <p:cNvPr id="28" name="Text 21"/>
          <p:cNvSpPr txBox="1"/>
          <p:nvPr/>
        </p:nvSpPr>
        <p:spPr>
          <a:xfrm>
            <a:off x="504000" y="3636000"/>
            <a:ext cx="65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28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DELIVER TO </a:t>
            </a:r>
            <a:pPr indent="0" marL="0">
              <a:buNone/>
            </a:pPr>
            <a:r>
              <a:rPr lang="en-US" sz="840" b="1" spc="280" kern="0" dirty="0">
                <a:solidFill>
                  <a:srgbClr val="CF1C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</a:t>
            </a:r>
            <a:pPr indent="0" marL="0">
              <a:buNone/>
            </a:pPr>
            <a:r>
              <a:rPr lang="en-US" sz="840" b="1" spc="28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SIGNATURE REQUIRED</a:t>
            </a:r>
            <a:endParaRPr lang="en-US" sz="840" dirty="0"/>
          </a:p>
        </p:txBody>
      </p:sp>
      <p:sp>
        <p:nvSpPr>
          <p:cNvPr id="29" name="Shape 22"/>
          <p:cNvSpPr/>
          <p:nvPr/>
        </p:nvSpPr>
        <p:spPr>
          <a:xfrm>
            <a:off x="504000" y="4455360"/>
            <a:ext cx="655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04000" y="4943520"/>
            <a:ext cx="655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04000" y="5431680"/>
            <a:ext cx="655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04000" y="5919840"/>
            <a:ext cx="655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04000" y="6408000"/>
            <a:ext cx="655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0" y="6660000"/>
            <a:ext cx="7560000" cy="0"/>
          </a:xfrm>
          <a:prstGeom prst="line">
            <a:avLst/>
          </a:prstGeom>
          <a:noFill/>
          <a:ln w="13970">
            <a:solidFill>
              <a:srgbClr val="C1BEB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0" y="7740000"/>
            <a:ext cx="7560000" cy="0"/>
          </a:xfrm>
          <a:prstGeom prst="line">
            <a:avLst/>
          </a:prstGeom>
          <a:noFill/>
          <a:ln w="13970">
            <a:solidFill>
              <a:srgbClr val="C1BEB9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04000" y="6840000"/>
            <a:ext cx="142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ORDER No.</a:t>
            </a:r>
            <a:endParaRPr lang="en-US" sz="680" dirty="0"/>
          </a:p>
        </p:txBody>
      </p:sp>
      <p:sp>
        <p:nvSpPr>
          <p:cNvPr id="37" name="Shape 30"/>
          <p:cNvSpPr/>
          <p:nvPr/>
        </p:nvSpPr>
        <p:spPr>
          <a:xfrm>
            <a:off x="504000" y="7524000"/>
            <a:ext cx="124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2322000" y="6840000"/>
            <a:ext cx="142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DESPATCH DATE</a:t>
            </a:r>
            <a:endParaRPr lang="en-US" sz="680" dirty="0"/>
          </a:p>
        </p:txBody>
      </p:sp>
      <p:sp>
        <p:nvSpPr>
          <p:cNvPr id="39" name="Shape 32"/>
          <p:cNvSpPr/>
          <p:nvPr/>
        </p:nvSpPr>
        <p:spPr>
          <a:xfrm>
            <a:off x="2322000" y="7524000"/>
            <a:ext cx="124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142000" y="6660000"/>
            <a:ext cx="0" cy="1080000"/>
          </a:xfrm>
          <a:prstGeom prst="line">
            <a:avLst/>
          </a:prstGeom>
          <a:noFill/>
          <a:ln w="10160">
            <a:solidFill>
              <a:srgbClr val="C1BEB9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3960000" y="6840000"/>
            <a:ext cx="142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ITEMS IN CARTON</a:t>
            </a:r>
            <a:endParaRPr lang="en-US" sz="680" dirty="0"/>
          </a:p>
        </p:txBody>
      </p:sp>
      <p:sp>
        <p:nvSpPr>
          <p:cNvPr id="42" name="Shape 35"/>
          <p:cNvSpPr/>
          <p:nvPr/>
        </p:nvSpPr>
        <p:spPr>
          <a:xfrm>
            <a:off x="3960000" y="7524000"/>
            <a:ext cx="124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780000" y="6660000"/>
            <a:ext cx="0" cy="1080000"/>
          </a:xfrm>
          <a:prstGeom prst="line">
            <a:avLst/>
          </a:prstGeom>
          <a:noFill/>
          <a:ln w="10160">
            <a:solidFill>
              <a:srgbClr val="C1BEB9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5598000" y="6840000"/>
            <a:ext cx="142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PACKED BY</a:t>
            </a:r>
            <a:endParaRPr lang="en-US" sz="680" dirty="0"/>
          </a:p>
        </p:txBody>
      </p:sp>
      <p:sp>
        <p:nvSpPr>
          <p:cNvPr id="45" name="Shape 38"/>
          <p:cNvSpPr/>
          <p:nvPr/>
        </p:nvSpPr>
        <p:spPr>
          <a:xfrm>
            <a:off x="5598000" y="7524000"/>
            <a:ext cx="1242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5418000" y="6660000"/>
            <a:ext cx="0" cy="1080000"/>
          </a:xfrm>
          <a:prstGeom prst="line">
            <a:avLst/>
          </a:prstGeom>
          <a:noFill/>
          <a:ln w="10160">
            <a:solidFill>
              <a:srgbClr val="C1BEB9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04000" y="7920000"/>
            <a:ext cx="32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5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RETURN TO SENDER</a:t>
            </a:r>
            <a:endParaRPr lang="en-US" sz="740" dirty="0"/>
          </a:p>
        </p:txBody>
      </p:sp>
      <p:sp>
        <p:nvSpPr>
          <p:cNvPr id="48" name="Text 41"/>
          <p:cNvSpPr txBox="1"/>
          <p:nvPr/>
        </p:nvSpPr>
        <p:spPr>
          <a:xfrm>
            <a:off x="504000" y="8154000"/>
            <a:ext cx="32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spc="30" kern="0" dirty="0">
                <a:solidFill>
                  <a:srgbClr val="1111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SPIRITHAUS</a:t>
            </a:r>
            <a:endParaRPr lang="en-US" sz="990" dirty="0"/>
          </a:p>
        </p:txBody>
      </p:sp>
      <p:sp>
        <p:nvSpPr>
          <p:cNvPr id="49" name="Text 42"/>
          <p:cNvSpPr txBox="1"/>
          <p:nvPr/>
        </p:nvSpPr>
        <p:spPr>
          <a:xfrm>
            <a:off x="504000" y="8370000"/>
            <a:ext cx="396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710" spc="7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[STREET ADDRESS]</a:t>
            </a:r>
            <a:endParaRPr lang="en-US" sz="71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710" spc="7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SYDNEY NSW [POSTCODE] AUSTRALIA</a:t>
            </a:r>
            <a:endParaRPr lang="en-US" sz="71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710" spc="70" kern="0" dirty="0">
                <a:solidFill>
                  <a:srgbClr val="7D7C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[PHONE]  ·  [EMAIL]</a:t>
            </a:r>
            <a:endParaRPr lang="en-US" sz="710" dirty="0"/>
          </a:p>
        </p:txBody>
      </p:sp>
      <p:pic>
        <p:nvPicPr>
          <p:cNvPr id="50" name="Image 4" descr="/home/user/Lakhman/spirithaus/packaging/assets/mark-ink.png">    </p:cNvPr>
          <p:cNvPicPr>
            <a:picLocks noChangeAspect="1"/>
          </p:cNvPicPr>
          <p:nvPr/>
        </p:nvPicPr>
        <p:blipFill>
          <a:blip r:embed="rId5">
            <a:alphaModFix amt="14000"/>
          </a:blip>
          <a:stretch>
            <a:fillRect/>
          </a:stretch>
        </p:blipFill>
        <p:spPr>
          <a:xfrm>
            <a:off x="6228000" y="7884000"/>
            <a:ext cx="817200" cy="828000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0" y="9324000"/>
            <a:ext cx="7560000" cy="1368000"/>
          </a:xfrm>
          <a:prstGeom prst="rect">
            <a:avLst/>
          </a:prstGeom>
          <a:solidFill>
            <a:srgbClr val="1111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504000" y="9522000"/>
            <a:ext cx="32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10" kern="0" dirty="0">
                <a:solidFill>
                  <a:srgbClr val="F2EF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LIQUOR ACT 2007 (NSW)</a:t>
            </a:r>
            <a:endParaRPr lang="en-US" sz="670" dirty="0"/>
          </a:p>
        </p:txBody>
      </p:sp>
      <p:sp>
        <p:nvSpPr>
          <p:cNvPr id="53" name="Text 45"/>
          <p:cNvSpPr txBox="1"/>
          <p:nvPr/>
        </p:nvSpPr>
        <p:spPr>
          <a:xfrm>
            <a:off x="504000" y="9684000"/>
            <a:ext cx="3744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650" spc="40" kern="0" dirty="0">
                <a:solidFill>
                  <a:srgbClr val="B7B5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 is against the law to sell or supply alcohol to, or to obtain alcohol on behalf of, a person under the age of 18 years.</a:t>
            </a:r>
            <a:endParaRPr lang="en-US" sz="6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650" spc="40" kern="0" dirty="0">
                <a:solidFill>
                  <a:srgbClr val="B7B5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Photo ID must be sighted on delivery. If no person aged 18 or over is present to receive and sign for this consignment, it must not be left — return to depot.</a:t>
            </a:r>
            <a:endParaRPr lang="en-US" sz="650" dirty="0"/>
          </a:p>
        </p:txBody>
      </p:sp>
      <p:sp>
        <p:nvSpPr>
          <p:cNvPr id="54" name="Text 46"/>
          <p:cNvSpPr txBox="1"/>
          <p:nvPr/>
        </p:nvSpPr>
        <p:spPr>
          <a:xfrm>
            <a:off x="4320000" y="9522000"/>
            <a:ext cx="273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10" kern="0" dirty="0">
                <a:solidFill>
                  <a:srgbClr val="B7B5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PACKAGED LIQUOR LICENCE (NSW)</a:t>
            </a:r>
            <a:endParaRPr lang="en-US" sz="600" dirty="0"/>
          </a:p>
        </p:txBody>
      </p:sp>
      <p:sp>
        <p:nvSpPr>
          <p:cNvPr id="55" name="Text 47"/>
          <p:cNvSpPr txBox="1"/>
          <p:nvPr/>
        </p:nvSpPr>
        <p:spPr>
          <a:xfrm>
            <a:off x="4320000" y="9662400"/>
            <a:ext cx="27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10" b="1" spc="90" kern="0" dirty="0">
                <a:solidFill>
                  <a:srgbClr val="F2EFE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LIQP700301260</a:t>
            </a:r>
            <a:endParaRPr lang="en-US" sz="910" dirty="0"/>
          </a:p>
        </p:txBody>
      </p:sp>
      <p:sp>
        <p:nvSpPr>
          <p:cNvPr id="56" name="Text 48"/>
          <p:cNvSpPr txBox="1"/>
          <p:nvPr/>
        </p:nvSpPr>
        <p:spPr>
          <a:xfrm>
            <a:off x="4320000" y="9972000"/>
            <a:ext cx="115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80" kern="0" dirty="0">
                <a:solidFill>
                  <a:srgbClr val="B7B5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ABN</a:t>
            </a:r>
            <a:endParaRPr lang="en-US" sz="650" dirty="0"/>
          </a:p>
        </p:txBody>
      </p:sp>
      <p:sp>
        <p:nvSpPr>
          <p:cNvPr id="57" name="Shape 49"/>
          <p:cNvSpPr/>
          <p:nvPr/>
        </p:nvSpPr>
        <p:spPr>
          <a:xfrm>
            <a:off x="5580000" y="10101600"/>
            <a:ext cx="1476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4320000" y="10195200"/>
            <a:ext cx="115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80" kern="0" dirty="0">
                <a:solidFill>
                  <a:srgbClr val="B7B5B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CONSIGNMENT</a:t>
            </a:r>
            <a:endParaRPr lang="en-US" sz="650" dirty="0"/>
          </a:p>
        </p:txBody>
      </p:sp>
      <p:sp>
        <p:nvSpPr>
          <p:cNvPr id="59" name="Shape 51"/>
          <p:cNvSpPr/>
          <p:nvPr/>
        </p:nvSpPr>
        <p:spPr>
          <a:xfrm>
            <a:off x="5580000" y="10324800"/>
            <a:ext cx="1476000" cy="0"/>
          </a:xfrm>
          <a:prstGeom prst="line">
            <a:avLst/>
          </a:prstGeom>
          <a:noFill/>
          <a:ln w="11430">
            <a:solidFill>
              <a:srgbClr val="76757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7560000" cy="1800000"/>
          </a:xfrm>
          <a:prstGeom prst="rect">
            <a:avLst/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user/Lakhman/spirithaus/packaging/assets/wordmark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00" y="576000"/>
            <a:ext cx="3560400" cy="360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4000" y="1044000"/>
            <a:ext cx="39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360" kern="0" dirty="0">
                <a:solidFill>
                  <a:srgbClr val="67656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SPIRITS  ·  WINE  ·  COCKTAILS</a:t>
            </a:r>
            <a:endParaRPr lang="en-US" sz="720" dirty="0"/>
          </a:p>
        </p:txBody>
      </p:sp>
      <p:sp>
        <p:nvSpPr>
          <p:cNvPr id="6" name="Shape 2"/>
          <p:cNvSpPr/>
          <p:nvPr/>
        </p:nvSpPr>
        <p:spPr>
          <a:xfrm>
            <a:off x="5832000" y="540000"/>
            <a:ext cx="1224000" cy="720000"/>
          </a:xfrm>
          <a:prstGeom prst="rect">
            <a:avLst/>
          </a:prstGeom>
          <a:ln w="16510">
            <a:solidFill>
              <a:srgbClr val="9D9B97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832000" y="648000"/>
            <a:ext cx="12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60" kern="0" dirty="0">
                <a:solidFill>
                  <a:srgbClr val="6B6A6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CARTON</a:t>
            </a:r>
            <a:endParaRPr lang="en-US" sz="650" dirty="0"/>
          </a:p>
        </p:txBody>
      </p:sp>
      <p:sp>
        <p:nvSpPr>
          <p:cNvPr id="8" name="Text 4"/>
          <p:cNvSpPr txBox="1"/>
          <p:nvPr/>
        </p:nvSpPr>
        <p:spPr>
          <a:xfrm>
            <a:off x="5832000" y="846000"/>
            <a:ext cx="122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98969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endParaRPr lang="en-US" sz="1980" dirty="0"/>
          </a:p>
        </p:txBody>
      </p:sp>
      <p:sp>
        <p:nvSpPr>
          <p:cNvPr id="9" name="Shape 5"/>
          <p:cNvSpPr/>
          <p:nvPr/>
        </p:nvSpPr>
        <p:spPr>
          <a:xfrm>
            <a:off x="5940000" y="1116000"/>
            <a:ext cx="324000" cy="0"/>
          </a:xfrm>
          <a:prstGeom prst="line">
            <a:avLst/>
          </a:prstGeom>
          <a:noFill/>
          <a:ln w="16510">
            <a:solidFill>
              <a:srgbClr val="82807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8000" y="1116000"/>
            <a:ext cx="324000" cy="0"/>
          </a:xfrm>
          <a:prstGeom prst="line">
            <a:avLst/>
          </a:prstGeom>
          <a:noFill/>
          <a:ln w="16510">
            <a:solidFill>
              <a:srgbClr val="82807D"/>
            </a:solidFill>
            <a:prstDash val="solid"/>
          </a:ln>
        </p:spPr>
      </p:sp>
      <p:pic>
        <p:nvPicPr>
          <p:cNvPr id="11" name="Image 1" descr="/home/user/Lakhman/spirithaus/packaging/assets/fragi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70" y="2070000"/>
            <a:ext cx="183060" cy="3240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80000" y="2102400"/>
            <a:ext cx="15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spc="50" kern="0" dirty="0">
                <a:solidFill>
                  <a:srgbClr val="F2EF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FRAGILE</a:t>
            </a:r>
            <a:endParaRPr lang="en-US" sz="1130" dirty="0"/>
          </a:p>
        </p:txBody>
      </p:sp>
      <p:sp>
        <p:nvSpPr>
          <p:cNvPr id="13" name="Text 8"/>
          <p:cNvSpPr txBox="1"/>
          <p:nvPr/>
        </p:nvSpPr>
        <p:spPr>
          <a:xfrm>
            <a:off x="1080000" y="2304000"/>
            <a:ext cx="15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spc="8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HANDLE WITH CARE</a:t>
            </a:r>
            <a:endParaRPr lang="en-US" sz="610" dirty="0"/>
          </a:p>
        </p:txBody>
      </p:sp>
      <p:pic>
        <p:nvPicPr>
          <p:cNvPr id="14" name="Image 2" descr="/home/user/Lakhman/spirithaus/packaging/assets/up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494" y="2070000"/>
            <a:ext cx="263412" cy="3240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264000" y="2102400"/>
            <a:ext cx="15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spc="50" kern="0" dirty="0">
                <a:solidFill>
                  <a:srgbClr val="F2EF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THIS WAY UP</a:t>
            </a:r>
            <a:endParaRPr lang="en-US" sz="1130" dirty="0"/>
          </a:p>
        </p:txBody>
      </p:sp>
      <p:sp>
        <p:nvSpPr>
          <p:cNvPr id="16" name="Text 10"/>
          <p:cNvSpPr txBox="1"/>
          <p:nvPr/>
        </p:nvSpPr>
        <p:spPr>
          <a:xfrm>
            <a:off x="3264000" y="2304000"/>
            <a:ext cx="15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spc="8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DO NOT INVERT</a:t>
            </a:r>
            <a:endParaRPr lang="en-US" sz="610" dirty="0"/>
          </a:p>
        </p:txBody>
      </p:sp>
      <p:sp>
        <p:nvSpPr>
          <p:cNvPr id="17" name="Shape 11"/>
          <p:cNvSpPr/>
          <p:nvPr/>
        </p:nvSpPr>
        <p:spPr>
          <a:xfrm>
            <a:off x="2688000" y="1800000"/>
            <a:ext cx="0" cy="936000"/>
          </a:xfrm>
          <a:prstGeom prst="line">
            <a:avLst/>
          </a:prstGeom>
          <a:noFill/>
          <a:ln w="10160">
            <a:solidFill>
              <a:srgbClr val="434240"/>
            </a:solidFill>
            <a:prstDash val="solid"/>
          </a:ln>
        </p:spPr>
      </p:sp>
      <p:pic>
        <p:nvPicPr>
          <p:cNvPr id="18" name="Image 3" descr="/home/user/Lakhman/spirithaus/packaging/assets/dry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440" y="2070000"/>
            <a:ext cx="317520" cy="3240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48000" y="2102400"/>
            <a:ext cx="15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spc="50" kern="0" dirty="0">
                <a:solidFill>
                  <a:srgbClr val="F2EF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DRY</a:t>
            </a:r>
            <a:endParaRPr lang="en-US" sz="1130" dirty="0"/>
          </a:p>
        </p:txBody>
      </p:sp>
      <p:sp>
        <p:nvSpPr>
          <p:cNvPr id="20" name="Text 13"/>
          <p:cNvSpPr txBox="1"/>
          <p:nvPr/>
        </p:nvSpPr>
        <p:spPr>
          <a:xfrm>
            <a:off x="5448000" y="2304000"/>
            <a:ext cx="15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spc="8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UPRIGHT · AWAY FROM HEAT</a:t>
            </a:r>
            <a:endParaRPr lang="en-US" sz="610" dirty="0"/>
          </a:p>
        </p:txBody>
      </p:sp>
      <p:sp>
        <p:nvSpPr>
          <p:cNvPr id="21" name="Shape 14"/>
          <p:cNvSpPr/>
          <p:nvPr/>
        </p:nvSpPr>
        <p:spPr>
          <a:xfrm>
            <a:off x="4872000" y="1800000"/>
            <a:ext cx="0" cy="936000"/>
          </a:xfrm>
          <a:prstGeom prst="line">
            <a:avLst/>
          </a:prstGeom>
          <a:noFill/>
          <a:ln w="10160">
            <a:solidFill>
              <a:srgbClr val="43424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0" y="2736000"/>
            <a:ext cx="7560000" cy="0"/>
          </a:xfrm>
          <a:prstGeom prst="line">
            <a:avLst/>
          </a:prstGeom>
          <a:noFill/>
          <a:ln w="13970">
            <a:solidFill>
              <a:srgbClr val="434240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0" y="2736000"/>
            <a:ext cx="7560000" cy="648000"/>
          </a:xfrm>
          <a:prstGeom prst="rect">
            <a:avLst/>
          </a:prstGeom>
          <a:solidFill>
            <a:srgbClr val="CF1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10000" y="2826000"/>
            <a:ext cx="468000" cy="468000"/>
          </a:xfrm>
          <a:prstGeom prst="ellipse">
            <a:avLst/>
          </a:prstGeom>
          <a:ln w="2413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10000" y="2930400"/>
            <a:ext cx="46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en-US" sz="2380" dirty="0"/>
          </a:p>
        </p:txBody>
      </p:sp>
      <p:sp>
        <p:nvSpPr>
          <p:cNvPr id="26" name="Text 19"/>
          <p:cNvSpPr txBox="1"/>
          <p:nvPr/>
        </p:nvSpPr>
        <p:spPr>
          <a:xfrm>
            <a:off x="1440000" y="2862000"/>
            <a:ext cx="540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spc="100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CONTAINS ALCOHOL · ID REQUIRED ON DELIVERY</a:t>
            </a:r>
            <a:endParaRPr lang="en-US" sz="1280" dirty="0"/>
          </a:p>
        </p:txBody>
      </p:sp>
      <p:sp>
        <p:nvSpPr>
          <p:cNvPr id="27" name="Text 20"/>
          <p:cNvSpPr txBox="1"/>
          <p:nvPr/>
        </p:nvSpPr>
        <p:spPr>
          <a:xfrm>
            <a:off x="1440000" y="3114000"/>
            <a:ext cx="57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00" kern="0" dirty="0">
                <a:solidFill>
                  <a:srgbClr val="F3C6C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MUST NOT BE LEFT UNATTENDED · DO NOT SUPPLY TO A MINOR OR AN INTOXICATED PERSON</a:t>
            </a:r>
            <a:endParaRPr lang="en-US" sz="680" dirty="0"/>
          </a:p>
        </p:txBody>
      </p:sp>
      <p:sp>
        <p:nvSpPr>
          <p:cNvPr id="28" name="Text 21"/>
          <p:cNvSpPr txBox="1"/>
          <p:nvPr/>
        </p:nvSpPr>
        <p:spPr>
          <a:xfrm>
            <a:off x="504000" y="3636000"/>
            <a:ext cx="65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28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DELIVER TO </a:t>
            </a:r>
            <a:pPr indent="0" marL="0">
              <a:buNone/>
            </a:pPr>
            <a:r>
              <a:rPr lang="en-US" sz="840" b="1" spc="280" kern="0" dirty="0">
                <a:solidFill>
                  <a:srgbClr val="CF1C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</a:t>
            </a:r>
            <a:pPr indent="0" marL="0">
              <a:buNone/>
            </a:pPr>
            <a:r>
              <a:rPr lang="en-US" sz="840" b="1" spc="28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SIGNATURE REQUIRED</a:t>
            </a:r>
            <a:endParaRPr lang="en-US" sz="840" dirty="0"/>
          </a:p>
        </p:txBody>
      </p:sp>
      <p:sp>
        <p:nvSpPr>
          <p:cNvPr id="29" name="Shape 22"/>
          <p:cNvSpPr/>
          <p:nvPr/>
        </p:nvSpPr>
        <p:spPr>
          <a:xfrm>
            <a:off x="504000" y="4455360"/>
            <a:ext cx="655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04000" y="4943520"/>
            <a:ext cx="655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04000" y="5431680"/>
            <a:ext cx="655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04000" y="5919840"/>
            <a:ext cx="655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04000" y="6408000"/>
            <a:ext cx="655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0" y="6660000"/>
            <a:ext cx="7560000" cy="0"/>
          </a:xfrm>
          <a:prstGeom prst="line">
            <a:avLst/>
          </a:prstGeom>
          <a:noFill/>
          <a:ln w="13970">
            <a:solidFill>
              <a:srgbClr val="43424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0" y="7740000"/>
            <a:ext cx="7560000" cy="0"/>
          </a:xfrm>
          <a:prstGeom prst="line">
            <a:avLst/>
          </a:prstGeom>
          <a:noFill/>
          <a:ln w="13970">
            <a:solidFill>
              <a:srgbClr val="434240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04000" y="6840000"/>
            <a:ext cx="142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ORDER No.</a:t>
            </a:r>
            <a:endParaRPr lang="en-US" sz="680" dirty="0"/>
          </a:p>
        </p:txBody>
      </p:sp>
      <p:sp>
        <p:nvSpPr>
          <p:cNvPr id="37" name="Shape 30"/>
          <p:cNvSpPr/>
          <p:nvPr/>
        </p:nvSpPr>
        <p:spPr>
          <a:xfrm>
            <a:off x="504000" y="7524000"/>
            <a:ext cx="124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2322000" y="6840000"/>
            <a:ext cx="142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DESPATCH DATE</a:t>
            </a:r>
            <a:endParaRPr lang="en-US" sz="680" dirty="0"/>
          </a:p>
        </p:txBody>
      </p:sp>
      <p:sp>
        <p:nvSpPr>
          <p:cNvPr id="39" name="Shape 32"/>
          <p:cNvSpPr/>
          <p:nvPr/>
        </p:nvSpPr>
        <p:spPr>
          <a:xfrm>
            <a:off x="2322000" y="7524000"/>
            <a:ext cx="124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142000" y="6660000"/>
            <a:ext cx="0" cy="1080000"/>
          </a:xfrm>
          <a:prstGeom prst="line">
            <a:avLst/>
          </a:prstGeom>
          <a:noFill/>
          <a:ln w="10160">
            <a:solidFill>
              <a:srgbClr val="434240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3960000" y="6840000"/>
            <a:ext cx="142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ITEMS IN CARTON</a:t>
            </a:r>
            <a:endParaRPr lang="en-US" sz="680" dirty="0"/>
          </a:p>
        </p:txBody>
      </p:sp>
      <p:sp>
        <p:nvSpPr>
          <p:cNvPr id="42" name="Shape 35"/>
          <p:cNvSpPr/>
          <p:nvPr/>
        </p:nvSpPr>
        <p:spPr>
          <a:xfrm>
            <a:off x="3960000" y="7524000"/>
            <a:ext cx="124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780000" y="6660000"/>
            <a:ext cx="0" cy="1080000"/>
          </a:xfrm>
          <a:prstGeom prst="line">
            <a:avLst/>
          </a:prstGeom>
          <a:noFill/>
          <a:ln w="10160">
            <a:solidFill>
              <a:srgbClr val="434240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5598000" y="6840000"/>
            <a:ext cx="142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9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PACKED BY</a:t>
            </a:r>
            <a:endParaRPr lang="en-US" sz="680" dirty="0"/>
          </a:p>
        </p:txBody>
      </p:sp>
      <p:sp>
        <p:nvSpPr>
          <p:cNvPr id="45" name="Shape 38"/>
          <p:cNvSpPr/>
          <p:nvPr/>
        </p:nvSpPr>
        <p:spPr>
          <a:xfrm>
            <a:off x="5598000" y="7524000"/>
            <a:ext cx="1242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5418000" y="6660000"/>
            <a:ext cx="0" cy="1080000"/>
          </a:xfrm>
          <a:prstGeom prst="line">
            <a:avLst/>
          </a:prstGeom>
          <a:noFill/>
          <a:ln w="10160">
            <a:solidFill>
              <a:srgbClr val="434240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04000" y="7920000"/>
            <a:ext cx="32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5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RETURN TO SENDER</a:t>
            </a:r>
            <a:endParaRPr lang="en-US" sz="740" dirty="0"/>
          </a:p>
        </p:txBody>
      </p:sp>
      <p:sp>
        <p:nvSpPr>
          <p:cNvPr id="48" name="Text 41"/>
          <p:cNvSpPr txBox="1"/>
          <p:nvPr/>
        </p:nvSpPr>
        <p:spPr>
          <a:xfrm>
            <a:off x="504000" y="8154000"/>
            <a:ext cx="324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spc="30" kern="0" dirty="0">
                <a:solidFill>
                  <a:srgbClr val="F2EFE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SPIRITHAUS</a:t>
            </a:r>
            <a:endParaRPr lang="en-US" sz="990" dirty="0"/>
          </a:p>
        </p:txBody>
      </p:sp>
      <p:sp>
        <p:nvSpPr>
          <p:cNvPr id="49" name="Text 42"/>
          <p:cNvSpPr txBox="1"/>
          <p:nvPr/>
        </p:nvSpPr>
        <p:spPr>
          <a:xfrm>
            <a:off x="504000" y="8370000"/>
            <a:ext cx="396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710" spc="7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[STREET ADDRESS]</a:t>
            </a:r>
            <a:endParaRPr lang="en-US" sz="71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710" spc="7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SYDNEY NSW [POSTCODE] AUSTRALIA</a:t>
            </a:r>
            <a:endParaRPr lang="en-US" sz="71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710" spc="70" kern="0" dirty="0">
                <a:solidFill>
                  <a:srgbClr val="8684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[PHONE]  ·  [EMAIL]</a:t>
            </a:r>
            <a:endParaRPr lang="en-US" sz="710" dirty="0"/>
          </a:p>
        </p:txBody>
      </p:sp>
      <p:pic>
        <p:nvPicPr>
          <p:cNvPr id="50" name="Image 4" descr="/home/user/Lakhman/spirithaus/packaging/assets/mark-white.png">    </p:cNvPr>
          <p:cNvPicPr>
            <a:picLocks noChangeAspect="1"/>
          </p:cNvPicPr>
          <p:nvPr/>
        </p:nvPicPr>
        <p:blipFill>
          <a:blip r:embed="rId5">
            <a:alphaModFix amt="14000"/>
          </a:blip>
          <a:stretch>
            <a:fillRect/>
          </a:stretch>
        </p:blipFill>
        <p:spPr>
          <a:xfrm>
            <a:off x="6228000" y="7884000"/>
            <a:ext cx="817200" cy="828000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0" y="9324000"/>
            <a:ext cx="7560000" cy="1368000"/>
          </a:xfrm>
          <a:prstGeom prst="rect">
            <a:avLst/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504000" y="9522000"/>
            <a:ext cx="324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10" kern="0" dirty="0">
                <a:solidFill>
                  <a:srgbClr val="1111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LIQUOR ACT 2007 (NSW)</a:t>
            </a:r>
            <a:endParaRPr lang="en-US" sz="670" dirty="0"/>
          </a:p>
        </p:txBody>
      </p:sp>
      <p:sp>
        <p:nvSpPr>
          <p:cNvPr id="53" name="Text 45"/>
          <p:cNvSpPr txBox="1"/>
          <p:nvPr/>
        </p:nvSpPr>
        <p:spPr>
          <a:xfrm>
            <a:off x="504000" y="9684000"/>
            <a:ext cx="3744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650" spc="40" kern="0" dirty="0">
                <a:solidFill>
                  <a:srgbClr val="4C4B4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 is against the law to sell or supply alcohol to, or to obtain alcohol on behalf of, a person under the age of 18 years.</a:t>
            </a:r>
            <a:endParaRPr lang="en-US" sz="6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650" spc="40" kern="0" dirty="0">
                <a:solidFill>
                  <a:srgbClr val="4C4B4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Photo ID must be sighted on delivery. If no person aged 18 or over is present to receive and sign for this consignment, it must not be left — return to depot.</a:t>
            </a:r>
            <a:endParaRPr lang="en-US" sz="650" dirty="0"/>
          </a:p>
        </p:txBody>
      </p:sp>
      <p:sp>
        <p:nvSpPr>
          <p:cNvPr id="54" name="Text 46"/>
          <p:cNvSpPr txBox="1"/>
          <p:nvPr/>
        </p:nvSpPr>
        <p:spPr>
          <a:xfrm>
            <a:off x="4320000" y="9522000"/>
            <a:ext cx="273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110" kern="0" dirty="0">
                <a:solidFill>
                  <a:srgbClr val="4C4B4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PACKAGED LIQUOR LICENCE (NSW)</a:t>
            </a:r>
            <a:endParaRPr lang="en-US" sz="600" dirty="0"/>
          </a:p>
        </p:txBody>
      </p:sp>
      <p:sp>
        <p:nvSpPr>
          <p:cNvPr id="55" name="Text 47"/>
          <p:cNvSpPr txBox="1"/>
          <p:nvPr/>
        </p:nvSpPr>
        <p:spPr>
          <a:xfrm>
            <a:off x="4320000" y="9662400"/>
            <a:ext cx="27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10" b="1" spc="90" kern="0" dirty="0">
                <a:solidFill>
                  <a:srgbClr val="1111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LIQP700301260</a:t>
            </a:r>
            <a:endParaRPr lang="en-US" sz="910" dirty="0"/>
          </a:p>
        </p:txBody>
      </p:sp>
      <p:sp>
        <p:nvSpPr>
          <p:cNvPr id="56" name="Text 48"/>
          <p:cNvSpPr txBox="1"/>
          <p:nvPr/>
        </p:nvSpPr>
        <p:spPr>
          <a:xfrm>
            <a:off x="4320000" y="9972000"/>
            <a:ext cx="115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80" kern="0" dirty="0">
                <a:solidFill>
                  <a:srgbClr val="4C4B4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ABN</a:t>
            </a:r>
            <a:endParaRPr lang="en-US" sz="650" dirty="0"/>
          </a:p>
        </p:txBody>
      </p:sp>
      <p:sp>
        <p:nvSpPr>
          <p:cNvPr id="57" name="Shape 49"/>
          <p:cNvSpPr/>
          <p:nvPr/>
        </p:nvSpPr>
        <p:spPr>
          <a:xfrm>
            <a:off x="5580000" y="10101600"/>
            <a:ext cx="1476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4320000" y="10195200"/>
            <a:ext cx="115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80" kern="0" dirty="0">
                <a:solidFill>
                  <a:srgbClr val="4C4B4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CONSIGNMENT</a:t>
            </a:r>
            <a:endParaRPr lang="en-US" sz="650" dirty="0"/>
          </a:p>
        </p:txBody>
      </p:sp>
      <p:sp>
        <p:nvSpPr>
          <p:cNvPr id="59" name="Shape 51"/>
          <p:cNvSpPr/>
          <p:nvPr/>
        </p:nvSpPr>
        <p:spPr>
          <a:xfrm>
            <a:off x="5580000" y="10324800"/>
            <a:ext cx="1476000" cy="0"/>
          </a:xfrm>
          <a:prstGeom prst="line">
            <a:avLst/>
          </a:prstGeom>
          <a:noFill/>
          <a:ln w="11430">
            <a:solidFill>
              <a:srgbClr val="8D8B8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user/Lakhman/spirithaus/packaging/assets/mark-white.png">    </p:cNvPr>
          <p:cNvPicPr>
            <a:picLocks noChangeAspect="1"/>
          </p:cNvPicPr>
          <p:nvPr/>
        </p:nvPicPr>
        <p:blipFill>
          <a:blip r:embed="rId1">
            <a:alphaModFix amt="5500"/>
          </a:blip>
          <a:stretch>
            <a:fillRect/>
          </a:stretch>
        </p:blipFill>
        <p:spPr>
          <a:xfrm>
            <a:off x="1620000" y="-720000"/>
            <a:ext cx="9360000" cy="9493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20000" y="720000"/>
            <a:ext cx="25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spc="220" kern="0" dirty="0">
                <a:solidFill>
                  <a:srgbClr val="706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SPECIALIST SPIRITS</a:t>
            </a:r>
            <a:endParaRPr lang="en-US" sz="740" dirty="0"/>
          </a:p>
        </p:txBody>
      </p:sp>
      <p:sp>
        <p:nvSpPr>
          <p:cNvPr id="5" name="Text 1"/>
          <p:cNvSpPr txBox="1"/>
          <p:nvPr/>
        </p:nvSpPr>
        <p:spPr>
          <a:xfrm>
            <a:off x="4320000" y="720000"/>
            <a:ext cx="25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spc="220" kern="0" dirty="0">
                <a:solidFill>
                  <a:srgbClr val="706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EST. SYDNEY</a:t>
            </a:r>
            <a:endParaRPr lang="en-US" sz="740" dirty="0"/>
          </a:p>
        </p:txBody>
      </p:sp>
      <p:pic>
        <p:nvPicPr>
          <p:cNvPr id="6" name="Image 1" descr="/home/user/Lakhman/spirithaus/packaging/assets/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00" y="4644000"/>
            <a:ext cx="5234400" cy="529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0000" y="5436000"/>
            <a:ext cx="61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spc="500" kern="0" dirty="0">
                <a:solidFill>
                  <a:srgbClr val="9D9B9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SPIRITS  ·  WINE  ·  COCKTAILS</a:t>
            </a:r>
            <a:endParaRPr lang="en-US" sz="960" dirty="0"/>
          </a:p>
        </p:txBody>
      </p:sp>
      <p:sp>
        <p:nvSpPr>
          <p:cNvPr id="8" name="Shape 3"/>
          <p:cNvSpPr/>
          <p:nvPr/>
        </p:nvSpPr>
        <p:spPr>
          <a:xfrm>
            <a:off x="3492000" y="6228000"/>
            <a:ext cx="576000" cy="32400"/>
          </a:xfrm>
          <a:prstGeom prst="rect">
            <a:avLst/>
          </a:prstGeom>
          <a:solidFill>
            <a:srgbClr val="CF1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20000" y="9756000"/>
            <a:ext cx="61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spc="340" kern="0" dirty="0">
                <a:solidFill>
                  <a:srgbClr val="76757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SYDNEY  ·  AUSTRALIA</a:t>
            </a:r>
            <a:endParaRPr lang="en-US" sz="7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user/Lakhman/spirithaus/packaging/assets/mark-ink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1620000" y="-720000"/>
            <a:ext cx="9360000" cy="9493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20000" y="720000"/>
            <a:ext cx="25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spc="220" kern="0" dirty="0">
                <a:solidFill>
                  <a:srgbClr val="94928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SPECIALIST SPIRITS</a:t>
            </a:r>
            <a:endParaRPr lang="en-US" sz="740" dirty="0"/>
          </a:p>
        </p:txBody>
      </p:sp>
      <p:sp>
        <p:nvSpPr>
          <p:cNvPr id="5" name="Text 1"/>
          <p:cNvSpPr txBox="1"/>
          <p:nvPr/>
        </p:nvSpPr>
        <p:spPr>
          <a:xfrm>
            <a:off x="4320000" y="720000"/>
            <a:ext cx="25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spc="220" kern="0" dirty="0">
                <a:solidFill>
                  <a:srgbClr val="94928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EST. SYDNEY</a:t>
            </a:r>
            <a:endParaRPr lang="en-US" sz="740" dirty="0"/>
          </a:p>
        </p:txBody>
      </p:sp>
      <p:pic>
        <p:nvPicPr>
          <p:cNvPr id="6" name="Image 1" descr="/home/user/Lakhman/spirithaus/packaging/assets/wordmark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00" y="4644000"/>
            <a:ext cx="5234400" cy="529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0000" y="5436000"/>
            <a:ext cx="61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spc="500" kern="0" dirty="0">
                <a:solidFill>
                  <a:srgbClr val="67656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SPIRITS  ·  WINE  ·  COCKTAILS</a:t>
            </a:r>
            <a:endParaRPr lang="en-US" sz="960" dirty="0"/>
          </a:p>
        </p:txBody>
      </p:sp>
      <p:sp>
        <p:nvSpPr>
          <p:cNvPr id="8" name="Shape 3"/>
          <p:cNvSpPr/>
          <p:nvPr/>
        </p:nvSpPr>
        <p:spPr>
          <a:xfrm>
            <a:off x="3492000" y="6228000"/>
            <a:ext cx="576000" cy="32400"/>
          </a:xfrm>
          <a:prstGeom prst="rect">
            <a:avLst/>
          </a:prstGeom>
          <a:solidFill>
            <a:srgbClr val="CF1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20000" y="9756000"/>
            <a:ext cx="61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spc="340" kern="0" dirty="0">
                <a:solidFill>
                  <a:srgbClr val="8D8B8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SYDNEY  ·  AUSTRALIA</a:t>
            </a:r>
            <a:endParaRPr lang="en-US" sz="7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SPIRITHAUS — Box Label &amp; Artwork</dc:title>
  <dc:subject>PptxGenJS Presentation</dc:subject>
  <dc:creator>SPIRITHAUS</dc:creator>
  <cp:lastModifiedBy>SPIRITHAUS</cp:lastModifiedBy>
  <cp:revision>1</cp:revision>
  <dcterms:created xsi:type="dcterms:W3CDTF">2026-09-15T06:02:02Z</dcterms:created>
  <dcterms:modified xsi:type="dcterms:W3CDTF">2026-09-15T06:02:02Z</dcterms:modified>
</cp:coreProperties>
</file>