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label — bone variant. 210 x 297mm.
Every band, rule and line of copy is editable. The wordmark, handling icons and U
mark are placed images. Replace [STREET ADDRESS] / [POSTCODE] / [PHONE] / [EMAIL],
and confirm the Liquor 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label — ink variant. 210 x 297mm.
Every band, rule and line of copy is editable. The wordmark, handling icons and U
mark are placed images. Replace [STREET ADDRESS] / [POSTCODE] / [PHONE] / [EMAIL],
and confirm the Liquor 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artwork — ink variant. 210 x 297mm.
The oversized U bleeds off the top and right edges as a quiet texture. No address
or despatch fields: this is the premium outer face, not the despatch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artwork — bone variant. 210 x 297mm.
The oversized U bleeds off the top and right edges as a quiet texture. No address
or despatch fields: this is the premium outer face, not the despatch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7560000" cy="1800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home/user/Lakhman/spirithaus/packaging/assets/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000" y="576000"/>
            <a:ext cx="3560400" cy="360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4000" y="10440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spc="36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20" dirty="0"/>
          </a:p>
        </p:txBody>
      </p:sp>
      <p:sp>
        <p:nvSpPr>
          <p:cNvPr id="6" name="Shape 2"/>
          <p:cNvSpPr/>
          <p:nvPr/>
        </p:nvSpPr>
        <p:spPr>
          <a:xfrm>
            <a:off x="5832000" y="540000"/>
            <a:ext cx="1224000" cy="720000"/>
          </a:xfrm>
          <a:prstGeom prst="rect">
            <a:avLst/>
          </a:prstGeom>
          <a:ln w="16510">
            <a:solidFill>
              <a:srgbClr val="67656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32000" y="648000"/>
            <a:ext cx="1224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98969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8" name="Text 4"/>
          <p:cNvSpPr txBox="1"/>
          <p:nvPr/>
        </p:nvSpPr>
        <p:spPr>
          <a:xfrm>
            <a:off x="5832000" y="846000"/>
            <a:ext cx="122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6B6A6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9" name="Shape 5"/>
          <p:cNvSpPr/>
          <p:nvPr/>
        </p:nvSpPr>
        <p:spPr>
          <a:xfrm>
            <a:off x="5940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8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1" name="Image 1" descr="/home/user/Lakhman/spirithaus/packaging/assets/fragile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70" y="2070000"/>
            <a:ext cx="183060" cy="324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80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30" dirty="0"/>
          </a:p>
        </p:txBody>
      </p:sp>
      <p:sp>
        <p:nvSpPr>
          <p:cNvPr id="13" name="Text 8"/>
          <p:cNvSpPr txBox="1"/>
          <p:nvPr/>
        </p:nvSpPr>
        <p:spPr>
          <a:xfrm>
            <a:off x="1080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HANDLE WITH CARE</a:t>
            </a:r>
            <a:endParaRPr lang="en-US" sz="610" dirty="0"/>
          </a:p>
        </p:txBody>
      </p:sp>
      <p:pic>
        <p:nvPicPr>
          <p:cNvPr id="14" name="Image 2" descr="/home/user/Lakhman/spirithaus/packaging/assets/up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494" y="2070000"/>
            <a:ext cx="263412" cy="32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264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30" dirty="0"/>
          </a:p>
        </p:txBody>
      </p:sp>
      <p:sp>
        <p:nvSpPr>
          <p:cNvPr id="16" name="Text 10"/>
          <p:cNvSpPr txBox="1"/>
          <p:nvPr/>
        </p:nvSpPr>
        <p:spPr>
          <a:xfrm>
            <a:off x="3264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</a:t>
            </a:r>
            <a:endParaRPr lang="en-US" sz="610" dirty="0"/>
          </a:p>
        </p:txBody>
      </p:sp>
      <p:sp>
        <p:nvSpPr>
          <p:cNvPr id="17" name="Shape 11"/>
          <p:cNvSpPr/>
          <p:nvPr/>
        </p:nvSpPr>
        <p:spPr>
          <a:xfrm>
            <a:off x="2688000" y="1800000"/>
            <a:ext cx="0" cy="936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pic>
        <p:nvPicPr>
          <p:cNvPr id="18" name="Image 3" descr="/home/user/Lakhman/spirithaus/packaging/assets/dry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440" y="2070000"/>
            <a:ext cx="317520" cy="324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448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30" dirty="0"/>
          </a:p>
        </p:txBody>
      </p:sp>
      <p:sp>
        <p:nvSpPr>
          <p:cNvPr id="20" name="Text 13"/>
          <p:cNvSpPr txBox="1"/>
          <p:nvPr/>
        </p:nvSpPr>
        <p:spPr>
          <a:xfrm>
            <a:off x="5448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UPRIGHT · AWAY FROM HEAT</a:t>
            </a:r>
            <a:endParaRPr lang="en-US" sz="610" dirty="0"/>
          </a:p>
        </p:txBody>
      </p:sp>
      <p:sp>
        <p:nvSpPr>
          <p:cNvPr id="21" name="Shape 14"/>
          <p:cNvSpPr/>
          <p:nvPr/>
        </p:nvSpPr>
        <p:spPr>
          <a:xfrm>
            <a:off x="4872000" y="1800000"/>
            <a:ext cx="0" cy="936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0" y="2736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0" y="2736000"/>
            <a:ext cx="7560000" cy="648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810000" y="2826000"/>
            <a:ext cx="468000" cy="468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10000" y="2930400"/>
            <a:ext cx="468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380" dirty="0"/>
          </a:p>
        </p:txBody>
      </p:sp>
      <p:sp>
        <p:nvSpPr>
          <p:cNvPr id="26" name="Text 19"/>
          <p:cNvSpPr txBox="1"/>
          <p:nvPr/>
        </p:nvSpPr>
        <p:spPr>
          <a:xfrm>
            <a:off x="1440000" y="28620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280" dirty="0"/>
          </a:p>
        </p:txBody>
      </p:sp>
      <p:sp>
        <p:nvSpPr>
          <p:cNvPr id="27" name="Text 20"/>
          <p:cNvSpPr txBox="1"/>
          <p:nvPr/>
        </p:nvSpPr>
        <p:spPr>
          <a:xfrm>
            <a:off x="1440000" y="3114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0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8" name="Text 21"/>
          <p:cNvSpPr txBox="1"/>
          <p:nvPr/>
        </p:nvSpPr>
        <p:spPr>
          <a:xfrm>
            <a:off x="504000" y="3636000"/>
            <a:ext cx="65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4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4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40" dirty="0"/>
          </a:p>
        </p:txBody>
      </p:sp>
      <p:sp>
        <p:nvSpPr>
          <p:cNvPr id="29" name="Shape 22"/>
          <p:cNvSpPr/>
          <p:nvPr/>
        </p:nvSpPr>
        <p:spPr>
          <a:xfrm>
            <a:off x="504000" y="445536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04000" y="494352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4000" y="543168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04000" y="591984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04000" y="640800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0" y="6660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0" y="7740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4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30"/>
          <p:cNvSpPr/>
          <p:nvPr/>
        </p:nvSpPr>
        <p:spPr>
          <a:xfrm>
            <a:off x="504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2322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2"/>
          <p:cNvSpPr/>
          <p:nvPr/>
        </p:nvSpPr>
        <p:spPr>
          <a:xfrm>
            <a:off x="2322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142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3960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2" name="Shape 35"/>
          <p:cNvSpPr/>
          <p:nvPr/>
        </p:nvSpPr>
        <p:spPr>
          <a:xfrm>
            <a:off x="3960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780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598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5" name="Shape 38"/>
          <p:cNvSpPr/>
          <p:nvPr/>
        </p:nvSpPr>
        <p:spPr>
          <a:xfrm>
            <a:off x="5598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18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04000" y="792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25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40" dirty="0"/>
          </a:p>
        </p:txBody>
      </p:sp>
      <p:sp>
        <p:nvSpPr>
          <p:cNvPr id="48" name="Text 41"/>
          <p:cNvSpPr txBox="1"/>
          <p:nvPr/>
        </p:nvSpPr>
        <p:spPr>
          <a:xfrm>
            <a:off x="504000" y="8154000"/>
            <a:ext cx="324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90" dirty="0"/>
          </a:p>
        </p:txBody>
      </p:sp>
      <p:sp>
        <p:nvSpPr>
          <p:cNvPr id="49" name="Text 42"/>
          <p:cNvSpPr txBox="1"/>
          <p:nvPr/>
        </p:nvSpPr>
        <p:spPr>
          <a:xfrm>
            <a:off x="504000" y="8370000"/>
            <a:ext cx="396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[PHONE]  ·  [EMAIL]</a:t>
            </a:r>
            <a:endParaRPr lang="en-US" sz="710" dirty="0"/>
          </a:p>
        </p:txBody>
      </p:sp>
      <p:pic>
        <p:nvPicPr>
          <p:cNvPr id="50" name="Image 4" descr="/home/user/Lakhman/spirithaus/packaging/assets/mark-ink.png">    </p:cNvPr>
          <p:cNvPicPr>
            <a:picLocks noChangeAspect="1"/>
          </p:cNvPicPr>
          <p:nvPr/>
        </p:nvPicPr>
        <p:blipFill>
          <a:blip r:embed="rId5">
            <a:alphaModFix amt="14000"/>
          </a:blip>
          <a:stretch>
            <a:fillRect/>
          </a:stretch>
        </p:blipFill>
        <p:spPr>
          <a:xfrm>
            <a:off x="6228000" y="7884000"/>
            <a:ext cx="817200" cy="82800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0" y="9324000"/>
            <a:ext cx="7560000" cy="1368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04000" y="9522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53" name="Text 45"/>
          <p:cNvSpPr txBox="1"/>
          <p:nvPr/>
        </p:nvSpPr>
        <p:spPr>
          <a:xfrm>
            <a:off x="504000" y="9684000"/>
            <a:ext cx="3744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4" name="Text 46"/>
          <p:cNvSpPr txBox="1"/>
          <p:nvPr/>
        </p:nvSpPr>
        <p:spPr>
          <a:xfrm>
            <a:off x="4320000" y="95220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LICENCE No.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5580000" y="96516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4320000" y="97452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7" name="Shape 49"/>
          <p:cNvSpPr/>
          <p:nvPr/>
        </p:nvSpPr>
        <p:spPr>
          <a:xfrm>
            <a:off x="5580000" y="98748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4320000" y="99684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9" name="Shape 51"/>
          <p:cNvSpPr/>
          <p:nvPr/>
        </p:nvSpPr>
        <p:spPr>
          <a:xfrm>
            <a:off x="5580000" y="100980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7560000" cy="1800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home/user/Lakhman/spirithaus/packaging/assets/wordmark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000" y="576000"/>
            <a:ext cx="3560400" cy="360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4000" y="10440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spc="36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20" dirty="0"/>
          </a:p>
        </p:txBody>
      </p:sp>
      <p:sp>
        <p:nvSpPr>
          <p:cNvPr id="6" name="Shape 2"/>
          <p:cNvSpPr/>
          <p:nvPr/>
        </p:nvSpPr>
        <p:spPr>
          <a:xfrm>
            <a:off x="5832000" y="540000"/>
            <a:ext cx="1224000" cy="720000"/>
          </a:xfrm>
          <a:prstGeom prst="rect">
            <a:avLst/>
          </a:prstGeom>
          <a:ln w="16510">
            <a:solidFill>
              <a:srgbClr val="9D9B9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32000" y="648000"/>
            <a:ext cx="1224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6B6A6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8" name="Text 4"/>
          <p:cNvSpPr txBox="1"/>
          <p:nvPr/>
        </p:nvSpPr>
        <p:spPr>
          <a:xfrm>
            <a:off x="5832000" y="846000"/>
            <a:ext cx="122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98969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9" name="Shape 5"/>
          <p:cNvSpPr/>
          <p:nvPr/>
        </p:nvSpPr>
        <p:spPr>
          <a:xfrm>
            <a:off x="5940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8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1" name="Image 1" descr="/home/user/Lakhman/spirithaus/packaging/assets/frag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70" y="2070000"/>
            <a:ext cx="183060" cy="324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80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30" dirty="0"/>
          </a:p>
        </p:txBody>
      </p:sp>
      <p:sp>
        <p:nvSpPr>
          <p:cNvPr id="13" name="Text 8"/>
          <p:cNvSpPr txBox="1"/>
          <p:nvPr/>
        </p:nvSpPr>
        <p:spPr>
          <a:xfrm>
            <a:off x="1080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HANDLE WITH CARE</a:t>
            </a:r>
            <a:endParaRPr lang="en-US" sz="610" dirty="0"/>
          </a:p>
        </p:txBody>
      </p:sp>
      <p:pic>
        <p:nvPicPr>
          <p:cNvPr id="14" name="Image 2" descr="/home/user/Lakhman/spirithaus/packaging/assets/u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494" y="2070000"/>
            <a:ext cx="263412" cy="32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264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30" dirty="0"/>
          </a:p>
        </p:txBody>
      </p:sp>
      <p:sp>
        <p:nvSpPr>
          <p:cNvPr id="16" name="Text 10"/>
          <p:cNvSpPr txBox="1"/>
          <p:nvPr/>
        </p:nvSpPr>
        <p:spPr>
          <a:xfrm>
            <a:off x="3264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</a:t>
            </a:r>
            <a:endParaRPr lang="en-US" sz="610" dirty="0"/>
          </a:p>
        </p:txBody>
      </p:sp>
      <p:sp>
        <p:nvSpPr>
          <p:cNvPr id="17" name="Shape 11"/>
          <p:cNvSpPr/>
          <p:nvPr/>
        </p:nvSpPr>
        <p:spPr>
          <a:xfrm>
            <a:off x="2688000" y="1800000"/>
            <a:ext cx="0" cy="936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pic>
        <p:nvPicPr>
          <p:cNvPr id="18" name="Image 3" descr="/home/user/Lakhman/spirithaus/packaging/assets/dry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440" y="2070000"/>
            <a:ext cx="317520" cy="324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448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30" dirty="0"/>
          </a:p>
        </p:txBody>
      </p:sp>
      <p:sp>
        <p:nvSpPr>
          <p:cNvPr id="20" name="Text 13"/>
          <p:cNvSpPr txBox="1"/>
          <p:nvPr/>
        </p:nvSpPr>
        <p:spPr>
          <a:xfrm>
            <a:off x="5448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UPRIGHT · AWAY FROM HEAT</a:t>
            </a:r>
            <a:endParaRPr lang="en-US" sz="610" dirty="0"/>
          </a:p>
        </p:txBody>
      </p:sp>
      <p:sp>
        <p:nvSpPr>
          <p:cNvPr id="21" name="Shape 14"/>
          <p:cNvSpPr/>
          <p:nvPr/>
        </p:nvSpPr>
        <p:spPr>
          <a:xfrm>
            <a:off x="4872000" y="1800000"/>
            <a:ext cx="0" cy="936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0" y="2736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0" y="2736000"/>
            <a:ext cx="7560000" cy="648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810000" y="2826000"/>
            <a:ext cx="468000" cy="468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10000" y="2930400"/>
            <a:ext cx="468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380" dirty="0"/>
          </a:p>
        </p:txBody>
      </p:sp>
      <p:sp>
        <p:nvSpPr>
          <p:cNvPr id="26" name="Text 19"/>
          <p:cNvSpPr txBox="1"/>
          <p:nvPr/>
        </p:nvSpPr>
        <p:spPr>
          <a:xfrm>
            <a:off x="1440000" y="28620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280" dirty="0"/>
          </a:p>
        </p:txBody>
      </p:sp>
      <p:sp>
        <p:nvSpPr>
          <p:cNvPr id="27" name="Text 20"/>
          <p:cNvSpPr txBox="1"/>
          <p:nvPr/>
        </p:nvSpPr>
        <p:spPr>
          <a:xfrm>
            <a:off x="1440000" y="3114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0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8" name="Text 21"/>
          <p:cNvSpPr txBox="1"/>
          <p:nvPr/>
        </p:nvSpPr>
        <p:spPr>
          <a:xfrm>
            <a:off x="504000" y="3636000"/>
            <a:ext cx="65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4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4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40" dirty="0"/>
          </a:p>
        </p:txBody>
      </p:sp>
      <p:sp>
        <p:nvSpPr>
          <p:cNvPr id="29" name="Shape 22"/>
          <p:cNvSpPr/>
          <p:nvPr/>
        </p:nvSpPr>
        <p:spPr>
          <a:xfrm>
            <a:off x="504000" y="445536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04000" y="494352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4000" y="543168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04000" y="591984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04000" y="640800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0" y="6660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0" y="7740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4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30"/>
          <p:cNvSpPr/>
          <p:nvPr/>
        </p:nvSpPr>
        <p:spPr>
          <a:xfrm>
            <a:off x="504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2322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2"/>
          <p:cNvSpPr/>
          <p:nvPr/>
        </p:nvSpPr>
        <p:spPr>
          <a:xfrm>
            <a:off x="2322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142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3960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2" name="Shape 35"/>
          <p:cNvSpPr/>
          <p:nvPr/>
        </p:nvSpPr>
        <p:spPr>
          <a:xfrm>
            <a:off x="3960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780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598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5" name="Shape 38"/>
          <p:cNvSpPr/>
          <p:nvPr/>
        </p:nvSpPr>
        <p:spPr>
          <a:xfrm>
            <a:off x="5598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18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04000" y="792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25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40" dirty="0"/>
          </a:p>
        </p:txBody>
      </p:sp>
      <p:sp>
        <p:nvSpPr>
          <p:cNvPr id="48" name="Text 41"/>
          <p:cNvSpPr txBox="1"/>
          <p:nvPr/>
        </p:nvSpPr>
        <p:spPr>
          <a:xfrm>
            <a:off x="504000" y="8154000"/>
            <a:ext cx="324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90" dirty="0"/>
          </a:p>
        </p:txBody>
      </p:sp>
      <p:sp>
        <p:nvSpPr>
          <p:cNvPr id="49" name="Text 42"/>
          <p:cNvSpPr txBox="1"/>
          <p:nvPr/>
        </p:nvSpPr>
        <p:spPr>
          <a:xfrm>
            <a:off x="504000" y="8370000"/>
            <a:ext cx="396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[PHONE]  ·  [EMAIL]</a:t>
            </a:r>
            <a:endParaRPr lang="en-US" sz="710" dirty="0"/>
          </a:p>
        </p:txBody>
      </p:sp>
      <p:pic>
        <p:nvPicPr>
          <p:cNvPr id="50" name="Image 4" descr="/home/user/Lakhman/spirithaus/packaging/assets/mark-white.png">    </p:cNvPr>
          <p:cNvPicPr>
            <a:picLocks noChangeAspect="1"/>
          </p:cNvPicPr>
          <p:nvPr/>
        </p:nvPicPr>
        <p:blipFill>
          <a:blip r:embed="rId5">
            <a:alphaModFix amt="14000"/>
          </a:blip>
          <a:stretch>
            <a:fillRect/>
          </a:stretch>
        </p:blipFill>
        <p:spPr>
          <a:xfrm>
            <a:off x="6228000" y="7884000"/>
            <a:ext cx="817200" cy="82800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0" y="9324000"/>
            <a:ext cx="7560000" cy="1368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04000" y="9522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53" name="Text 45"/>
          <p:cNvSpPr txBox="1"/>
          <p:nvPr/>
        </p:nvSpPr>
        <p:spPr>
          <a:xfrm>
            <a:off x="504000" y="9684000"/>
            <a:ext cx="3744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4" name="Text 46"/>
          <p:cNvSpPr txBox="1"/>
          <p:nvPr/>
        </p:nvSpPr>
        <p:spPr>
          <a:xfrm>
            <a:off x="4320000" y="95220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LICENCE No.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5580000" y="96516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4320000" y="97452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7" name="Shape 49"/>
          <p:cNvSpPr/>
          <p:nvPr/>
        </p:nvSpPr>
        <p:spPr>
          <a:xfrm>
            <a:off x="5580000" y="98748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4320000" y="99684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9" name="Shape 51"/>
          <p:cNvSpPr/>
          <p:nvPr/>
        </p:nvSpPr>
        <p:spPr>
          <a:xfrm>
            <a:off x="5580000" y="100980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5500"/>
          </a:blip>
          <a:stretch>
            <a:fillRect/>
          </a:stretch>
        </p:blipFill>
        <p:spPr>
          <a:xfrm>
            <a:off x="1620000" y="-720000"/>
            <a:ext cx="9360000" cy="9493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43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800" y="4644000"/>
            <a:ext cx="5234400" cy="5292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5436000"/>
            <a:ext cx="61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3492000" y="6228000"/>
            <a:ext cx="576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9756000"/>
            <a:ext cx="61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1620000" y="-720000"/>
            <a:ext cx="9360000" cy="9493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43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800" y="4644000"/>
            <a:ext cx="5234400" cy="5292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5436000"/>
            <a:ext cx="61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3492000" y="6228000"/>
            <a:ext cx="576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9756000"/>
            <a:ext cx="61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SPIRITHAUS — Box Label &amp; Artwork</dc:title>
  <dc:subject>PptxGenJS Presentation</dc:subject>
  <dc:creator>SPIRITHAUS</dc:creator>
  <cp:lastModifiedBy>SPIRITHAUS</cp:lastModifiedBy>
  <cp:revision>1</cp:revision>
  <dcterms:created xsi:type="dcterms:W3CDTF">2026-09-15T04:31:11Z</dcterms:created>
  <dcterms:modified xsi:type="dcterms:W3CDTF">2026-09-15T04:31:11Z</dcterms:modified>
</cp:coreProperties>
</file>